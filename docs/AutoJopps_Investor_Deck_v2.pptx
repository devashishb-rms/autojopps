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Naukri figures from Info Edge Q4 FY26 concall (28 May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 from the automated UI test on 28 Oct 2026. The runner applies on JobHub, a realistic mock portal shipped with the app; real portals are added as adapters.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TAM/SAM/SOM are bottom-up estimates built from public figures: Naukri 115M resumes and 21k/day (Info Edge concall, 28 May 2026); LinkedIn India ~200M members (NapoleonCat, Sept 2026); EPFO 13.98M net new subscribers FY25 (Quess via PTI). Assumptions are stated on the slide. Global online job advertising of $37.6B (SIA, 2026) is employer-side and shown only as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 revenue removes 18% GST (included in price) and ~2% gateway fee. Costs per application: rung 2 scripted ₹1.2 model + browser share; rung 3 ₹0.6. Full working in the cost-estimate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Prices checked 28 Oct 2026 from public pages; they change often. Jobright raised $3.2M in June 2025 and reports 520k+ users.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Amount and instrument to be finalised with Fundizr. Build cost from the cost-estimate document: ₹50-60 L for a 5-person team to launch (4.5 months), then about ₹5 L / month running plus cloud and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F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 ·  AUTOMATED NEW JOB OPPORTUNITIES AND SMOOTH JOB-SEARCH OPERATIONS AND JOB HOPS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applications on autopilot, with you in the loop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that finds matching roles, tailors and submits applications within your limits, asks you only when a human is truly needed, keeps proof, and learns from you. Built India-first.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66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(auto-J-opps) = Automated New Job Opportunities and Smooth Job-Search Operations and Job Hops: receive frequent new job opportunities through automated, fast job applies. Also: AutoJobOpps.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 v1 live · github.com/devashishb-rms/AutoJopps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Devashish Bhattacharjee, Founder  ·  Prepared for Fundizr  ·  29 October 2026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73168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applying for jobs is repetitive, opaque and exhausting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2651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54864" cy="201168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of retyping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490472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profile and screening answers go into every portal and ATS form. A serious search means 100-400 applications; each takes 10-25 minutes by hand.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1051560"/>
            <a:ext cx="2651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46120" y="1051560"/>
            <a:ext cx="54864" cy="201168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1071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bots fail silently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410712" y="1490472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Auto-apply tools stop at OTPs, CAPTCHAs and odd questions, break when a portal changes, and do not show what was sent. Senior candidates will not put their name on that.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35040" y="1051560"/>
            <a:ext cx="2651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35040" y="1051560"/>
            <a:ext cx="54864" cy="201168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9963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built for India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490472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pricing, no WhatsApp alerts, no Naukri-style profile, no view of what the recruiter did, no DPDP posture.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115M</a:t>
            </a:r>
            <a:pPr indent="0" marL="0">
              <a:buNone/>
            </a:pPr>
            <a:r>
              <a:rPr lang="en-US" sz="120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resumes on Naukri, about 21,000 added every day (Info Edge, Q4 FY26).  </a:t>
            </a:r>
            <a:pPr indent="0" marL="0">
              <a:buNone/>
            </a:pPr>
            <a:r>
              <a:rPr lang="en-US" sz="3000" b="1" dirty="0">
                <a:solidFill>
                  <a:srgbClr val="0E7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200M</a:t>
            </a:r>
            <a:pPr indent="0" marL="0">
              <a:buNone/>
            </a:pPr>
            <a:r>
              <a:rPr lang="en-US" sz="120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LinkedIn members in India (Sept 2026).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volume of applying is enormous; the tooling for the person applying has not kept up.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solution: an agent that applies for you, pauses for you, and shows you everything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60120" y="1097280"/>
            <a:ext cx="548640" cy="5486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83080"/>
            <a:ext cx="54864" cy="210312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once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in, profile auto-filled, targets, 2-3 dream JDs, alerts, plan. About 5 minutes.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42616" y="1097280"/>
            <a:ext cx="548640" cy="5486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42616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139696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39696" y="1783080"/>
            <a:ext cx="54864" cy="210312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4288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Applies within your caps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and scores roles, tailors a note, fills forms, submits. 5 / 10 / 20 a day by plan.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25112" y="1097280"/>
            <a:ext cx="548640" cy="54864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25112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822192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22192" y="1783080"/>
            <a:ext cx="54864" cy="210312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86784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only when needed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986784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OTP, human check, sign-in or an unusual question: a WhatsApp / email alert and a live view of the bot's own browser.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07608" y="1097280"/>
            <a:ext cx="548640" cy="5486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07608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504688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04688" y="1783080"/>
            <a:ext cx="54864" cy="210312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0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and tracking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id and screenshot for every submission; viewed, in process, shortlisted.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90104" y="1097280"/>
            <a:ext cx="548640" cy="5486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90104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187184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87184" y="1783080"/>
            <a:ext cx="54864" cy="210312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51776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 from you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351776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remembered, portal skills versioned, self-heals when a page changes.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is designed in, not bolted on: every pause resumes at the same step, and the final submit can wait for the user's approval.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today: a working prototype, tested end to end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pic>
        <p:nvPicPr>
          <p:cNvPr id="7" name="Image 0" descr="/home/claude/autojopps/samples/shots/08_hitl_login_liv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023360" cy="2651760"/>
          </a:xfrm>
          <a:prstGeom prst="rect">
            <a:avLst/>
          </a:prstGeom>
        </p:spPr>
      </p:pic>
      <p:pic>
        <p:nvPicPr>
          <p:cNvPr id="8" name="Image 1" descr="/home/claude/autojopps/samples/shots/15_le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51560"/>
            <a:ext cx="4023360" cy="2651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57200" y="37307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view: the user signs in to the portal once in the bot's browser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4663440" y="37307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Learning: answer memory, portal skills, recorded demonstrations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457200" y="40416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 and exercised by automated tests: </a:t>
            </a:r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sign-in, resume parsing, 8-step onboarding, 3 plans with Razorpay checkout and caps, orchestrator, Playwright runner, 5 human-help states with live view, email / WhatsApp / in-app alerts, tracker with proof, answer memory, skill versions, self-heal, DPDP delete-my-data, admin cost meter. React + FastAPI + Playwright, ~2,400 lines, on GitHub.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works, and why it gets better with every application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49047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64592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4592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83464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3464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86791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02336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2336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5663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21208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BF0D9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Human?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4535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0080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43407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58952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1874520"/>
            <a:ext cx="40233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1874520"/>
            <a:ext cx="54864" cy="265176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792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learning loop (our moat)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21792" y="2313432"/>
            <a:ext cx="3749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Observe: the user applies once in the live browser; the trace is recorded with consent.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Distil: the trace becomes a versioned portal skill with several ways to find each field.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Remember: screening answers are confirmed once and reused.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Replay: the runner applies the skill to new jobs.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Self-heal: when a page changes, the step is repaired and a trial version is filed; promoted after clean runs.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Canary: skills are replayed daily on test accounts.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in the prototype: 8 locators repaired automatically after the portal renamed its fields.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1874520"/>
            <a:ext cx="40233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63440" y="1874520"/>
            <a:ext cx="54864" cy="265176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828032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is hard to copy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828032" y="2313432"/>
            <a:ext cx="3749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skill library that compounds with every user and every portal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Human-in-the-loop as a first-class state, with a live view of the bot's own browser, not a screenshot after the fact.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India-first plumbing: rupee plans, WhatsApp alerts, Naukri-style profile, DPDP consent and erasure built in.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Cost discipline: cost per application is metered from day one, with a path from LLM-driven to scripted steps.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Founder has built inside Naukri.com and LinkedIn, and shipped 8-10 B2B SaaS products.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Market: a large, under-served candidate-side market in India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3566160" cy="3566160"/>
          </a:xfrm>
          <a:prstGeom prst="ellipse">
            <a:avLst/>
          </a:prstGeom>
          <a:solidFill>
            <a:srgbClr val="DCE8F6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51560" y="1783080"/>
            <a:ext cx="2560320" cy="2560320"/>
          </a:xfrm>
          <a:prstGeom prst="ellipse">
            <a:avLst/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00200" y="2697480"/>
            <a:ext cx="1463040" cy="14630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D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 ₹6,000 cr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1874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 ₹1,500 cr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600200" y="30175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₹36 cr ARR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89120" y="1051560"/>
            <a:ext cx="4297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89120" y="1051560"/>
            <a:ext cx="54864" cy="109728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53712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TAM: ₹6,000 cr / yr (~$630M)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553712" y="149047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India's active online job seekers, est. 20M a year (Naukri holds 115M resumes and adds 21k a day; EPFO added 14M formal subscribers in FY25) × ₹3,000 a year (3 months of Premium).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389120" y="2240280"/>
            <a:ext cx="4297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89120" y="2240280"/>
            <a:ext cx="54864" cy="109728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53712" y="23317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SAM: ₹1,500 cr / yr (~$160M)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4553712" y="267919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Experienced knowledge workers (3+ years) actively searching on Naukri / LinkedIn with intent to pay, est. 5M a year × ₹3,000. Naukri reports paid users at 2.2% of monthly actives, so paying intent exists on the candidate side.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389120" y="3429000"/>
            <a:ext cx="4297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389120" y="3429000"/>
            <a:ext cx="54864" cy="1097280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53712" y="3520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(year 3): ₹36 cr ARR (~$3.8M)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553712" y="386791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40,000 paying users (0.8% of the 5M seekers in SAM) at an average ₹750 a month across the three plans, through Naukri-adjacent channels, placement cells, bootcamps and referrals.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5537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 at ₹95 / USD. Context: global online job advertising is $37.6B in 2026 (SIA), all of it employer-side spend.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model: three monthly plans, margin that grows as steps get scripted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1188720"/>
                <a:gridCol w="1463040"/>
                <a:gridCol w="1463040"/>
                <a:gridCol w="1554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/ month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cap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Monthly cap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 application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₹501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₹4.16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₹1,001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₹831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₹4.16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₹2,001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₹1,662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₹4.16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23774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margin per user (after cloud, model, messaging, support)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27249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 1: LLM drives the GUI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2651760" y="2770632"/>
            <a:ext cx="1755648" cy="237744"/>
          </a:xfrm>
          <a:prstGeom prst="rect">
            <a:avLst/>
          </a:prstGeom>
          <a:solidFill>
            <a:srgbClr val="B3372B"/>
          </a:solidFill>
          <a:ln w="12700">
            <a:solidFill>
              <a:srgbClr val="B3372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53128" y="272491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-80% (loss)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31821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 2: scripted adapters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2651760" y="3227832"/>
            <a:ext cx="1404518" cy="237744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01998" y="318211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+64%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36393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 3: mostly scripted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2651760" y="3685032"/>
            <a:ext cx="1755648" cy="237744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53128" y="363931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+80%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486400" y="2377440"/>
            <a:ext cx="3200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0" y="2377440"/>
            <a:ext cx="54864" cy="219456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650992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numbers say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5650992" y="2816352"/>
            <a:ext cx="2926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Every tier nets about ₹4.16 per application, so the all-in cost per application must stay under ₹2.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alone breaks even at about 140 users; a ₹5 L / month team at about 1,100-1,400 users.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Rung 1 (LLM driving a GUI bot) loses money on every tier; that is why scripted adapters and the learning loop come first.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Also to test: outcome-linked fee on offers; licences for placement cells and coaches.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Competition: opaque auto-apply tools priced in dollars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63040"/>
                <a:gridCol w="1554480"/>
                <a:gridCol w="16459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Human-in-the-loop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Learns the user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of submit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India fit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LazyApply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$99-249 one-time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Sonara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~$49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AIApply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~$29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Jobright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Free; $30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 (assist)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Simplify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Free; $30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Browser extension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AutoJopps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₹501-2,001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view + 5 pause states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 memory + skills + self-heal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+ screenshot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Rupee, WhatsApp, Naukri model, DPDP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reviews report that many tools do not autonomously submit at all, and users cannot see what was sent. LinkedIn's user agreement prohibits bots; AutoJopps keeps LinkedIn automation off by default and applies where terms allow.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Go-to-market: start where trust is highest, then scale through partners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26517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51560"/>
            <a:ext cx="54864" cy="219456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Founder-led beta (now)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90472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senior tech professionals from the founder's network in Delhi NCR and Bengaluru. Goal: 90%+ verified submit rate, first paid conversions, cost per application measured.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517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6120" y="1051560"/>
            <a:ext cx="54864" cy="219456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1071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Content and referral (month 2-4)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410712" y="1490472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posts with real, anonymised proof of applications; a "watch me apply" live-view demo; referral month free. WhatsApp as the service channel.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35040" y="1051560"/>
            <a:ext cx="26517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1051560"/>
            <a:ext cx="54864" cy="219456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9963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Partner licences (month 4-12)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199632" y="1490472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Placement cells, bootcamps, career coaches and outplacement firms buy seats for continuous candidate flow, which also answers churn after a successful search.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429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experiments in beta: </a:t>
            </a:r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GST-inclusive vs exclusive; a short, higher-priced sprint for active seekers; re-activation offers for the next search. </a:t>
            </a:r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costs: </a:t>
            </a:r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blended CAC under one month of Premium (₹1,001) by month 6.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 and roadmap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965960" cy="73152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80160"/>
            <a:ext cx="54864" cy="228600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371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(Oct 2026)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719072"/>
            <a:ext cx="1691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bot on Grok Bot; Prototype v1 of the SaaS: full journey, live view, caps, tracking, learning loop; automated E2E tests; PRD, architecture, cost model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0320" y="1097280"/>
            <a:ext cx="1965960" cy="73152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28016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0" y="1280160"/>
            <a:ext cx="54864" cy="228600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24912" y="1371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6 weeks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724912" y="1719072"/>
            <a:ext cx="1691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Naukri + one ATS family as real adapters; Postgres, encrypted vault; Razorpay Subscriptions; 25-user private beta; cost per application measured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097280"/>
            <a:ext cx="1965960" cy="73152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28016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280160"/>
            <a:ext cx="54864" cy="228600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28032" y="1371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week 12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828032" y="1719072"/>
            <a:ext cx="1691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launch; cells and autoscaling; canary bot; WhatsApp templates approved; DPDP notice and runbooks; security review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66560" y="1097280"/>
            <a:ext cx="1965960" cy="73152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128016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0" y="1280160"/>
            <a:ext cx="54864" cy="2286000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31152" y="1371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months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931152" y="1719072"/>
            <a:ext cx="1691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5+ portals and career sites; teacher agent for new portals; partner licences; 5,000 paying users; cost per application ≤ ₹1.2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3749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we will report monthly: verified submit rate, human-help events per application, cost per application, activation, paid conversion, reply rate (viewed or in process / submitted), churn.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4937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51560"/>
            <a:ext cx="54864" cy="329184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143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Devashish Bhattacharjee, Founder and CTO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90472"/>
            <a:ext cx="4663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18+ years building and leading engineering. B.Tech and M.Tech in Computer Science, IIT Delhi; executive programmes at IIM Bangalore and INSEAD.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inside the job market: Naukri.com and LinkedIn.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Platforms at scale: Microsoft, Flipkart, IBM; AVP Solution Architecture at GeM (national e-procurement), where he architected fraud and collusion detection.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Has shipped 8-10 B2B SaaS products; deep in browser automation and GenAI tooling.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the working AutoJopps bot and Prototype v1.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577840" y="1051560"/>
            <a:ext cx="3108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77840" y="1051560"/>
            <a:ext cx="54864" cy="329184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42432" y="1143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hires (with this round)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742432" y="1490472"/>
            <a:ext cx="28346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Automation engineer: portal adapters, skills, canaries.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Full-stack engineer: product, billing, live view.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Growth lead (part-time at first): beta, content, partners.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Advisors sought: HR-tech operator; data-protection counsel.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 (proposal for discussion with Fundizr)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₹1.5-2 cr pre-seed for 12-15 months of runway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7830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and engineering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840480" y="1828800"/>
            <a:ext cx="1645920" cy="219456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32120" y="17830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1671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 and partners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840480" y="2212848"/>
            <a:ext cx="914400" cy="219456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00600" y="216712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55117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Cloud, model and messaging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840480" y="2596896"/>
            <a:ext cx="548640" cy="21945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34840" y="255117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93522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DPDP, Google verification, security review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840480" y="2980944"/>
            <a:ext cx="365760" cy="219456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51960" y="293522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31927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840480" y="3364992"/>
            <a:ext cx="182880" cy="219456"/>
          </a:xfrm>
          <a:prstGeom prst="rect">
            <a:avLst/>
          </a:prstGeom>
          <a:solidFill>
            <a:srgbClr val="55655F"/>
          </a:solidFill>
          <a:ln w="12700">
            <a:solidFill>
              <a:srgbClr val="55655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69080" y="331927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this funds: </a:t>
            </a:r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launch on 2 real portals within 12 weeks; 5+ portals and 5,000 paying users within 12 months (about ₹40 L gross MRR at a 60/30/10 plan mix); cost per application ≤ ₹1.2; monthly KPI reporting to investors.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Risks, assumptions and dependencies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or assumption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 terms and bot blocking (LinkedIn prohibits bots; others may rate-limit)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Apply only where terms allow; LinkedIn off by default; human sign-in with stored session; per-user pacing within caps; adapters per portal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application above ₹2 if steps stay LLM-driven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Scripted adapters first; learning loop moves steps from model to script; per-tenant cost meter and kill switch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Gmail verification (restricted scope, CASA) takes months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Forwarding-alias route works today; verification pursued in parallel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Successful users churn after one search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sprint pricing, re-activation offers, partner licences with continuous candidate flow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DPDP obligations and user trust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Consent with timestamp, erasure built in, processor register, breach runbook before launch, counsel engaged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founder 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Round funds two engineers and a growth lead; prototype and documents de-risk the build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5F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801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New Job Opportunities and Smooth Job-Search Operations and Job Hops. Job applications on autopilot, with you in the loop.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on request: the live agent applying on the built-in portal, pausing for OTP and a human check, and healing itself after a page change.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Devashish Bhattacharjee · devashish.bms@gmail.com · New Delhi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github.com/devashishb-rms/AutoJopps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773168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AutoJopps Investor Deck v2</dc:title>
  <dc:subject>PptxGenJS Presentation</dc:subject>
  <dc:creator>Devashish Bhattacharjee</dc:creator>
  <cp:lastModifiedBy>Devashish Bhattacharjee</cp:lastModifiedBy>
  <cp:revision>1</cp:revision>
  <dcterms:created xsi:type="dcterms:W3CDTF">2026-10-29T01:05:51Z</dcterms:created>
  <dcterms:modified xsi:type="dcterms:W3CDTF">2026-10-29T01:05:51Z</dcterms:modified>
</cp:coreProperties>
</file>